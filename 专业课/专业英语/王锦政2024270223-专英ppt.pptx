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5" r:id="rId9"/>
  </p:sldIdLst>
  <p:sldSz cx="13004800" cy="7315200"/>
  <p:notesSz cx="7315200" cy="130048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60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6040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lan6w5n5gmajw/hero_geometry.png"/>
          <p:cNvPicPr>
            <a:picLocks noChangeAspect="1"/>
          </p:cNvPicPr>
          <p:nvPr/>
        </p:nvPicPr>
        <p:blipFill>
          <a:blip r:embed="rId3">
            <a:alphaModFix amt="20000"/>
          </a:blip>
          <a:srcRect t="7812" b="7813"/>
          <a:stretch/>
        </p:blipFill>
        <p:spPr>
          <a:xfrm>
            <a:off x="0" y="0"/>
            <a:ext cx="13004800" cy="7315200"/>
          </a:xfrm>
          <a:prstGeom prst="roundRect">
            <a:avLst>
              <a:gd name="adj" fmla="val 0"/>
            </a:avLst>
          </a:prstGeom>
        </p:spPr>
      </p:pic>
      <p:sp>
        <p:nvSpPr>
          <p:cNvPr id="3" name="Text 0"/>
          <p:cNvSpPr/>
          <p:nvPr/>
        </p:nvSpPr>
        <p:spPr>
          <a:xfrm>
            <a:off x="1342099" y="1727200"/>
            <a:ext cx="103251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9600" b="1" kern="0" spc="-480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Geometry in Style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892800" y="3352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3129359" y="3810000"/>
            <a:ext cx="6743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D1D5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3D Stylization via Surface Normal Deformation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624799" y="4826000"/>
            <a:ext cx="7759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 Anh Dinh, Itai Lang, Hyunwoo Kim, Oded Stein, Rana Hanocka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895600" y="5283200"/>
            <a:ext cx="721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CVPR 2025 • University of Chicago • University of Southern California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219200"/>
            <a:ext cx="1254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altLang="zh-CN" sz="4800" b="1" dirty="0">
                <a:solidFill>
                  <a:srgbClr val="1A1A1A"/>
                </a:solidFill>
                <a:latin typeface="+mj-lt"/>
                <a:ea typeface="Hedvig Letters Sans" pitchFamily="34" charset="-122"/>
                <a:cs typeface="Hedvig Letters Sans" pitchFamily="34" charset="-120"/>
              </a:rPr>
              <a:t>Research Overview</a:t>
            </a:r>
            <a:endParaRPr lang="en-US" altLang="zh-CN" sz="4800" dirty="0">
              <a:latin typeface="+mj-lt"/>
            </a:endParaRPr>
          </a:p>
          <a:p>
            <a:pPr>
              <a:lnSpc>
                <a:spcPct val="80000"/>
              </a:lnSpc>
            </a:pP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2641600"/>
            <a:ext cx="76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D4AF3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25418" y="2692400"/>
            <a:ext cx="4432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Challenge &amp; Core Idea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25418" y="314960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Fundamental trade-offs in 3D deformation.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908800" y="2641600"/>
            <a:ext cx="76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D4AF3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53218" y="2692400"/>
            <a:ext cx="4876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dARAP Technology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53218" y="3149600"/>
            <a:ext cx="482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Revolutionary differentiable deformation layer.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1000" y="3962400"/>
            <a:ext cx="76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D4AF3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25418" y="4013200"/>
            <a:ext cx="3365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 Overview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25418" y="4470400"/>
            <a:ext cx="331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optimization pipeline.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08800" y="3962400"/>
            <a:ext cx="76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D4AF3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53218" y="4013200"/>
            <a:ext cx="4559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Versatility &amp; Robustness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53218" y="4470400"/>
            <a:ext cx="450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Cross-category and cross-style performance.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1000" y="5283200"/>
            <a:ext cx="76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D4AF3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25418" y="5334000"/>
            <a:ext cx="3276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Method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25418" y="5791200"/>
            <a:ext cx="322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Surface normal representation.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08800" y="5283200"/>
            <a:ext cx="76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D4AF3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06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53218" y="5334000"/>
            <a:ext cx="3962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Comparison &amp; Conclusions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53218" y="5791200"/>
            <a:ext cx="391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analysis and impact.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035175" y="48915"/>
            <a:ext cx="893445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altLang="zh-CN" sz="4800" dirty="0"/>
              <a:t> The Challenge &amp; Our Core Idea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81000" y="5077155"/>
            <a:ext cx="557881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text-guided 3D deformation faces a critical challenge: balancing </a:t>
            </a:r>
            <a:r>
              <a:rPr lang="en-US" sz="1800" dirty="0">
                <a:solidFill>
                  <a:srgbClr val="1A1A1A"/>
                </a:solidFill>
                <a:highlight>
                  <a:srgbClr val="D4AF37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expressiveness and fidelity(</a:t>
            </a:r>
            <a:r>
              <a:rPr lang="zh-CN" altLang="en-US" sz="1800" dirty="0">
                <a:solidFill>
                  <a:srgbClr val="1A1A1A"/>
                </a:solidFill>
                <a:highlight>
                  <a:srgbClr val="D4AF37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表达力和表真度</a:t>
            </a:r>
            <a:r>
              <a:rPr lang="en-US" sz="1800" dirty="0">
                <a:solidFill>
                  <a:srgbClr val="1A1A1A"/>
                </a:solidFill>
                <a:highlight>
                  <a:srgbClr val="D4AF37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r>
              <a:rPr lang="en-US" sz="18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Existing methods either apply overly restrictive deformations or destroy the original shape's identity.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59810" y="5032705"/>
            <a:ext cx="0" cy="1574800"/>
          </a:xfrm>
          <a:prstGeom prst="line">
            <a:avLst/>
          </a:prstGeom>
          <a:noFill/>
          <a:ln w="50800">
            <a:solidFill>
              <a:srgbClr val="D4AF3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134100" y="5032705"/>
            <a:ext cx="656563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Instead of directly moving vertices, we optimize surface normals to define deformation—expressive enough for detailed stylizations, yet restrictive enough to preserve shape identity.</a:t>
            </a:r>
            <a:endParaRPr 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ADE5EF77-9086-9002-B546-743A6519C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635" y="2280780"/>
            <a:ext cx="5505733" cy="2089257"/>
          </a:xfrm>
          <a:prstGeom prst="rect">
            <a:avLst/>
          </a:prstGeom>
        </p:spPr>
      </p:pic>
      <p:sp>
        <p:nvSpPr>
          <p:cNvPr id="24" name="Text 5">
            <a:extLst>
              <a:ext uri="{FF2B5EF4-FFF2-40B4-BE49-F238E27FC236}">
                <a16:creationId xmlns:a16="http://schemas.microsoft.com/office/drawing/2014/main" id="{67EF6534-79CF-35BA-0A50-2AF3B6B3D9B1}"/>
              </a:ext>
            </a:extLst>
          </p:cNvPr>
          <p:cNvSpPr/>
          <p:nvPr/>
        </p:nvSpPr>
        <p:spPr>
          <a:xfrm>
            <a:off x="6134100" y="1410283"/>
            <a:ext cx="687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altLang="zh-CN" sz="3600" b="1" dirty="0">
                <a:solidFill>
                  <a:srgbClr val="1A1A1A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Key idea</a:t>
            </a:r>
            <a:r>
              <a:rPr lang="zh-CN" altLang="en-US" sz="3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</a:t>
            </a:r>
            <a:endParaRPr lang="en-US" sz="28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B4A73AD-A3FF-A433-DC20-91E86B6CAF1D}"/>
              </a:ext>
            </a:extLst>
          </p:cNvPr>
          <p:cNvSpPr txBox="1"/>
          <p:nvPr/>
        </p:nvSpPr>
        <p:spPr>
          <a:xfrm>
            <a:off x="381000" y="1264918"/>
            <a:ext cx="65013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1A1C1E"/>
                </a:solidFill>
                <a:effectLst/>
                <a:latin typeface="Inter"/>
              </a:rPr>
              <a:t> </a:t>
            </a:r>
            <a:r>
              <a:rPr lang="en-US" altLang="zh-CN" sz="3600" b="1" i="0" dirty="0">
                <a:solidFill>
                  <a:srgbClr val="1A1C1E"/>
                </a:solidFill>
                <a:effectLst/>
                <a:latin typeface="+mj-lt"/>
              </a:rPr>
              <a:t>Existing Challenges</a:t>
            </a:r>
            <a:endParaRPr lang="zh-CN" altLang="en-US" sz="3600" b="1" dirty="0">
              <a:latin typeface="+mj-lt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A94D9CC2-C4CB-E323-63BE-CB1CF00FB6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460" y="1877662"/>
            <a:ext cx="4798298" cy="304551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01276" y="1252707"/>
            <a:ext cx="1254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1A1A1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Method 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5511" y="4965904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582011" y="4965904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44011" y="5092904"/>
            <a:ext cx="1219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Initialize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264" y="5729288"/>
            <a:ext cx="28448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 with input mesh and initialize target normals for each vertex neighborhood.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84938" y="4965904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3821438" y="4965904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83438" y="5092904"/>
            <a:ext cx="106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Deform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12776" y="5778704"/>
            <a:ext cx="28448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Feed normals into dARAP layer to compute rotations and solve for deformed mesh.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063510" y="4965904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7000010" y="4965904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62010" y="5092904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Render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75076" y="5778704"/>
            <a:ext cx="28448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Render deformed mesh from multiple views using differentiable renderer.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107276" y="4965904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10043776" y="4965904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805776" y="5092904"/>
            <a:ext cx="127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37376" y="5778704"/>
            <a:ext cx="28448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 semantic loss against text prompts and update target normals via backpropagation.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7356" y="4454897"/>
            <a:ext cx="122428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none"/>
          </a:ln>
        </p:spPr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1E335931-5915-8FE7-77F0-08EBC2008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55" y="2195513"/>
            <a:ext cx="11455989" cy="201940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93040" y="554568"/>
            <a:ext cx="1612900" cy="355600"/>
          </a:xfrm>
          <a:custGeom>
            <a:avLst/>
            <a:gdLst/>
            <a:ahLst/>
            <a:cxnLst/>
            <a:rect l="l" t="t" r="r" b="b"/>
            <a:pathLst>
              <a:path w="1612900" h="355600">
                <a:moveTo>
                  <a:pt x="177800" y="0"/>
                </a:moveTo>
                <a:lnTo>
                  <a:pt x="1435100" y="0"/>
                </a:lnTo>
                <a:cubicBezTo>
                  <a:pt x="1533230" y="0"/>
                  <a:pt x="1612900" y="79670"/>
                  <a:pt x="1612900" y="177800"/>
                </a:cubicBezTo>
                <a:lnTo>
                  <a:pt x="1612900" y="177800"/>
                </a:lnTo>
                <a:cubicBezTo>
                  <a:pt x="1612900" y="275930"/>
                  <a:pt x="1533230" y="355600"/>
                  <a:pt x="14351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5648590" y="554568"/>
            <a:ext cx="1701800" cy="355600"/>
          </a:xfrm>
          <a:prstGeom prst="rect">
            <a:avLst/>
          </a:prstGeom>
          <a:noFill/>
          <a:ln/>
        </p:spPr>
        <p:txBody>
          <a:bodyPr wrap="square" lIns="203200" tIns="50800" rIns="203200" bIns="5080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1113368"/>
            <a:ext cx="1254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1A1A1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Technology: The dARAP Layer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3250" y="1826508"/>
            <a:ext cx="5232400" cy="3125144"/>
          </a:xfrm>
          <a:custGeom>
            <a:avLst/>
            <a:gdLst/>
            <a:ahLst/>
            <a:cxnLst/>
            <a:rect l="l" t="t" r="r" b="b"/>
            <a:pathLst>
              <a:path w="5816600" h="3619500">
                <a:moveTo>
                  <a:pt x="101599" y="0"/>
                </a:moveTo>
                <a:lnTo>
                  <a:pt x="5715001" y="0"/>
                </a:lnTo>
                <a:cubicBezTo>
                  <a:pt x="5771112" y="0"/>
                  <a:pt x="5816600" y="45488"/>
                  <a:pt x="5816600" y="101599"/>
                </a:cubicBezTo>
                <a:lnTo>
                  <a:pt x="5816600" y="3517901"/>
                </a:lnTo>
                <a:cubicBezTo>
                  <a:pt x="5816600" y="3574012"/>
                  <a:pt x="5771112" y="3619500"/>
                  <a:pt x="5715001" y="3619500"/>
                </a:cubicBezTo>
                <a:lnTo>
                  <a:pt x="101599" y="3619500"/>
                </a:lnTo>
                <a:cubicBezTo>
                  <a:pt x="45488" y="3619500"/>
                  <a:pt x="0" y="3574012"/>
                  <a:pt x="0" y="3517901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2950" y="196291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679450" y="1962917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5750" y="2064517"/>
            <a:ext cx="1714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Step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2950" y="2877317"/>
            <a:ext cx="5105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Computes optimal rotations for each vertex neighborhood to align with target normals.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2950" y="3690117"/>
            <a:ext cx="5003800" cy="0"/>
          </a:xfrm>
          <a:prstGeom prst="line">
            <a:avLst/>
          </a:prstGeom>
          <a:noFill/>
          <a:ln w="8467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42950" y="3927184"/>
            <a:ext cx="87127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Benefits: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2950" y="4257384"/>
            <a:ext cx="509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Preserves local rigidity • Prevents stretching • Maintains surface details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2248" y="1826508"/>
            <a:ext cx="5232400" cy="3125142"/>
          </a:xfrm>
          <a:custGeom>
            <a:avLst/>
            <a:gdLst/>
            <a:ahLst/>
            <a:cxnLst/>
            <a:rect l="l" t="t" r="r" b="b"/>
            <a:pathLst>
              <a:path w="5816600" h="3619500">
                <a:moveTo>
                  <a:pt x="101599" y="0"/>
                </a:moveTo>
                <a:lnTo>
                  <a:pt x="5715001" y="0"/>
                </a:lnTo>
                <a:cubicBezTo>
                  <a:pt x="5771112" y="0"/>
                  <a:pt x="5816600" y="45488"/>
                  <a:pt x="5816600" y="101599"/>
                </a:cubicBezTo>
                <a:lnTo>
                  <a:pt x="5816600" y="3517901"/>
                </a:lnTo>
                <a:cubicBezTo>
                  <a:pt x="5816600" y="3574012"/>
                  <a:pt x="5771112" y="3619500"/>
                  <a:pt x="5715001" y="3619500"/>
                </a:cubicBezTo>
                <a:lnTo>
                  <a:pt x="101599" y="3619500"/>
                </a:lnTo>
                <a:cubicBezTo>
                  <a:pt x="45488" y="3619500"/>
                  <a:pt x="0" y="3574012"/>
                  <a:pt x="0" y="3517901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15150" y="196291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6851650" y="1962917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27950" y="2064517"/>
            <a:ext cx="1892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Step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15150" y="2877317"/>
            <a:ext cx="5105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Integrates all local rotations into a coherent global deformation via linear system solve.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915150" y="3690117"/>
            <a:ext cx="5003800" cy="0"/>
          </a:xfrm>
          <a:prstGeom prst="line">
            <a:avLst/>
          </a:prstGeom>
          <a:noFill/>
          <a:ln w="8467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6915150" y="3927184"/>
            <a:ext cx="87127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Benefits: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15150" y="4257384"/>
            <a:ext cx="509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Seamless integration • Global consistency • Single-step efficiency</a:t>
            </a:r>
            <a:endParaRPr lang="en-US" sz="1600" dirty="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E0D88EFB-8B22-36C8-A33B-41AD2F3D3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106" y="4951650"/>
            <a:ext cx="6206336" cy="227924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99415" y="762000"/>
            <a:ext cx="1206500" cy="355600"/>
          </a:xfrm>
          <a:custGeom>
            <a:avLst/>
            <a:gdLst/>
            <a:ahLst/>
            <a:cxnLst/>
            <a:rect l="l" t="t" r="r" b="b"/>
            <a:pathLst>
              <a:path w="1206500" h="355600">
                <a:moveTo>
                  <a:pt x="177800" y="0"/>
                </a:moveTo>
                <a:lnTo>
                  <a:pt x="1028700" y="0"/>
                </a:lnTo>
                <a:cubicBezTo>
                  <a:pt x="1126830" y="0"/>
                  <a:pt x="1206500" y="79670"/>
                  <a:pt x="1206500" y="177800"/>
                </a:cubicBezTo>
                <a:lnTo>
                  <a:pt x="1206500" y="177800"/>
                </a:lnTo>
                <a:cubicBezTo>
                  <a:pt x="1206500" y="275930"/>
                  <a:pt x="1126830" y="355600"/>
                  <a:pt x="10287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5854965" y="762000"/>
            <a:ext cx="1295400" cy="355600"/>
          </a:xfrm>
          <a:prstGeom prst="rect">
            <a:avLst/>
          </a:prstGeom>
          <a:noFill/>
          <a:ln/>
        </p:spPr>
        <p:txBody>
          <a:bodyPr wrap="square" lIns="203200" tIns="50800" rIns="203200" bIns="5080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1320800"/>
            <a:ext cx="1254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1A1A1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Versatility &amp; Robustness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2336799"/>
            <a:ext cx="5918200" cy="4887609"/>
          </a:xfrm>
          <a:custGeom>
            <a:avLst/>
            <a:gdLst/>
            <a:ahLst/>
            <a:cxnLst/>
            <a:rect l="l" t="t" r="r" b="b"/>
            <a:pathLst>
              <a:path w="5918200" h="2438400">
                <a:moveTo>
                  <a:pt x="101608" y="0"/>
                </a:moveTo>
                <a:lnTo>
                  <a:pt x="5816592" y="0"/>
                </a:lnTo>
                <a:cubicBezTo>
                  <a:pt x="5872708" y="0"/>
                  <a:pt x="5918200" y="45492"/>
                  <a:pt x="5918200" y="101608"/>
                </a:cubicBezTo>
                <a:lnTo>
                  <a:pt x="5918200" y="2336792"/>
                </a:lnTo>
                <a:cubicBezTo>
                  <a:pt x="5918200" y="2392908"/>
                  <a:pt x="5872708" y="2438400"/>
                  <a:pt x="58165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6947" y="2550589"/>
            <a:ext cx="546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Shape, Different Styles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0600" y="4165600"/>
            <a:ext cx="4432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705600" y="2336800"/>
            <a:ext cx="5918200" cy="4887608"/>
          </a:xfrm>
          <a:custGeom>
            <a:avLst/>
            <a:gdLst/>
            <a:ahLst/>
            <a:cxnLst/>
            <a:rect l="l" t="t" r="r" b="b"/>
            <a:pathLst>
              <a:path w="5918200" h="2438400">
                <a:moveTo>
                  <a:pt x="101608" y="0"/>
                </a:moveTo>
                <a:lnTo>
                  <a:pt x="5816592" y="0"/>
                </a:lnTo>
                <a:cubicBezTo>
                  <a:pt x="5872708" y="0"/>
                  <a:pt x="5918200" y="45492"/>
                  <a:pt x="5918200" y="101608"/>
                </a:cubicBezTo>
                <a:lnTo>
                  <a:pt x="5918200" y="2336792"/>
                </a:lnTo>
                <a:cubicBezTo>
                  <a:pt x="5918200" y="2392908"/>
                  <a:pt x="5872708" y="2438400"/>
                  <a:pt x="58165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10400" y="2550589"/>
            <a:ext cx="546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Shapes, Same Style</a:t>
            </a:r>
            <a:endParaRPr lang="en-US" sz="1600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38D3333F-EBEB-6860-8D69-0474A8DF0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7" y="3139026"/>
            <a:ext cx="4959605" cy="3994355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87166C57-833A-795E-27C3-BF36B69DB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1574" y="2956989"/>
            <a:ext cx="4896102" cy="426741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37622" y="558800"/>
            <a:ext cx="1524000" cy="355600"/>
          </a:xfrm>
          <a:custGeom>
            <a:avLst/>
            <a:gdLst/>
            <a:ahLst/>
            <a:cxnLst/>
            <a:rect l="l" t="t" r="r" b="b"/>
            <a:pathLst>
              <a:path w="1524000" h="355600">
                <a:moveTo>
                  <a:pt x="177800" y="0"/>
                </a:moveTo>
                <a:lnTo>
                  <a:pt x="1346200" y="0"/>
                </a:lnTo>
                <a:cubicBezTo>
                  <a:pt x="1444330" y="0"/>
                  <a:pt x="1524000" y="79670"/>
                  <a:pt x="1524000" y="177800"/>
                </a:cubicBezTo>
                <a:lnTo>
                  <a:pt x="1524000" y="177800"/>
                </a:lnTo>
                <a:cubicBezTo>
                  <a:pt x="1524000" y="275930"/>
                  <a:pt x="1444330" y="355600"/>
                  <a:pt x="1346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5693172" y="558800"/>
            <a:ext cx="1612900" cy="355600"/>
          </a:xfrm>
          <a:prstGeom prst="rect">
            <a:avLst/>
          </a:prstGeom>
          <a:noFill/>
          <a:ln/>
        </p:spPr>
        <p:txBody>
          <a:bodyPr wrap="square" lIns="203200" tIns="50800" rIns="203200" bIns="5080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1117600"/>
            <a:ext cx="1254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1A1A1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Comparison &amp; Controllability</a:t>
            </a:r>
            <a:endParaRPr lang="en-US" sz="1600" dirty="0"/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FD3530E0-9094-2038-C1F3-A28DF45A43C7}"/>
              </a:ext>
            </a:extLst>
          </p:cNvPr>
          <p:cNvSpPr/>
          <p:nvPr/>
        </p:nvSpPr>
        <p:spPr>
          <a:xfrm>
            <a:off x="228600" y="1130300"/>
            <a:ext cx="1254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1A1A1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Comparison &amp; Controllability</a:t>
            </a:r>
            <a:endParaRPr lang="en-US" sz="1600" dirty="0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BAF6B761-AAAD-CD23-026C-0C5A42A48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35" y="1727200"/>
            <a:ext cx="3677726" cy="5531160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EA1D5D42-9AAC-1165-78CC-7C45193D84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9065" y="4703083"/>
            <a:ext cx="7722133" cy="2612117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88D574D1-F185-E073-F66B-2023068D9A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9064" y="1752600"/>
            <a:ext cx="7779863" cy="280484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14351" y="346075"/>
            <a:ext cx="1371600" cy="508000"/>
          </a:xfrm>
          <a:custGeom>
            <a:avLst/>
            <a:gdLst/>
            <a:ahLst/>
            <a:cxnLst/>
            <a:rect l="l" t="t" r="r" b="b"/>
            <a:pathLst>
              <a:path w="1371600" h="508000">
                <a:moveTo>
                  <a:pt x="254000" y="0"/>
                </a:moveTo>
                <a:lnTo>
                  <a:pt x="1117600" y="0"/>
                </a:lnTo>
                <a:cubicBezTo>
                  <a:pt x="1257786" y="0"/>
                  <a:pt x="1371600" y="113814"/>
                  <a:pt x="1371600" y="254000"/>
                </a:cubicBezTo>
                <a:lnTo>
                  <a:pt x="1371600" y="254000"/>
                </a:lnTo>
                <a:cubicBezTo>
                  <a:pt x="1371600" y="394186"/>
                  <a:pt x="1257786" y="508000"/>
                  <a:pt x="11176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5763551" y="346075"/>
            <a:ext cx="1473200" cy="508000"/>
          </a:xfrm>
          <a:prstGeom prst="rect">
            <a:avLst/>
          </a:prstGeom>
          <a:noFill/>
          <a:ln/>
        </p:spPr>
        <p:txBody>
          <a:bodyPr wrap="square" lIns="304800" tIns="101600" rIns="304800" bIns="10160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32150" y="1158875"/>
            <a:ext cx="654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6000" b="1" dirty="0">
                <a:solidFill>
                  <a:srgbClr val="1A1A1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 New Paradigm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300" y="2225675"/>
            <a:ext cx="115062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Geometry in Style introduces a paradigm shift in 3D stylization through normal-based deformation and the differentiable dARAP layer, achieving high-quality, controllable, and robust text-guided geometric deformations.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065867" y="3971925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7" name="Shape 5"/>
          <p:cNvSpPr/>
          <p:nvPr/>
        </p:nvSpPr>
        <p:spPr>
          <a:xfrm>
            <a:off x="2434167" y="4289425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217959" y="285750"/>
                </a:moveTo>
                <a:cubicBezTo>
                  <a:pt x="223391" y="269156"/>
                  <a:pt x="234255" y="254124"/>
                  <a:pt x="246534" y="241176"/>
                </a:cubicBezTo>
                <a:cubicBezTo>
                  <a:pt x="270867" y="215578"/>
                  <a:pt x="285750" y="180975"/>
                  <a:pt x="285750" y="142875"/>
                </a:cubicBezTo>
                <a:cubicBezTo>
                  <a:pt x="285750" y="63996"/>
                  <a:pt x="221754" y="0"/>
                  <a:pt x="142875" y="0"/>
                </a:cubicBezTo>
                <a:cubicBezTo>
                  <a:pt x="63996" y="0"/>
                  <a:pt x="0" y="63996"/>
                  <a:pt x="0" y="142875"/>
                </a:cubicBezTo>
                <a:cubicBezTo>
                  <a:pt x="0" y="180975"/>
                  <a:pt x="14883" y="215578"/>
                  <a:pt x="39216" y="241176"/>
                </a:cubicBezTo>
                <a:cubicBezTo>
                  <a:pt x="51495" y="254124"/>
                  <a:pt x="62433" y="269156"/>
                  <a:pt x="67791" y="285750"/>
                </a:cubicBezTo>
                <a:lnTo>
                  <a:pt x="217884" y="285750"/>
                </a:lnTo>
                <a:close/>
                <a:moveTo>
                  <a:pt x="214313" y="321469"/>
                </a:moveTo>
                <a:lnTo>
                  <a:pt x="71438" y="321469"/>
                </a:lnTo>
                <a:lnTo>
                  <a:pt x="71438" y="333375"/>
                </a:lnTo>
                <a:cubicBezTo>
                  <a:pt x="71438" y="366266"/>
                  <a:pt x="98078" y="392906"/>
                  <a:pt x="130969" y="392906"/>
                </a:cubicBezTo>
                <a:lnTo>
                  <a:pt x="154781" y="392906"/>
                </a:lnTo>
                <a:cubicBezTo>
                  <a:pt x="187672" y="392906"/>
                  <a:pt x="214313" y="366266"/>
                  <a:pt x="214313" y="333375"/>
                </a:cubicBezTo>
                <a:lnTo>
                  <a:pt x="214313" y="321469"/>
                </a:lnTo>
                <a:close/>
                <a:moveTo>
                  <a:pt x="136922" y="83344"/>
                </a:moveTo>
                <a:cubicBezTo>
                  <a:pt x="107305" y="83344"/>
                  <a:pt x="83344" y="107305"/>
                  <a:pt x="83344" y="136922"/>
                </a:cubicBezTo>
                <a:cubicBezTo>
                  <a:pt x="83344" y="146819"/>
                  <a:pt x="75381" y="154781"/>
                  <a:pt x="65484" y="154781"/>
                </a:cubicBezTo>
                <a:cubicBezTo>
                  <a:pt x="55587" y="154781"/>
                  <a:pt x="47625" y="146819"/>
                  <a:pt x="47625" y="136922"/>
                </a:cubicBezTo>
                <a:cubicBezTo>
                  <a:pt x="47625" y="87585"/>
                  <a:pt x="87585" y="47625"/>
                  <a:pt x="136922" y="47625"/>
                </a:cubicBezTo>
                <a:cubicBezTo>
                  <a:pt x="146819" y="47625"/>
                  <a:pt x="154781" y="55587"/>
                  <a:pt x="154781" y="65484"/>
                </a:cubicBezTo>
                <a:cubicBezTo>
                  <a:pt x="154781" y="75381"/>
                  <a:pt x="146819" y="83344"/>
                  <a:pt x="136922" y="8334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55650" y="5140325"/>
            <a:ext cx="363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Novel Representation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8350" y="5495925"/>
            <a:ext cx="360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Surface normal-based deformation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94400" y="3971925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1" name="Shape 9"/>
          <p:cNvSpPr/>
          <p:nvPr/>
        </p:nvSpPr>
        <p:spPr>
          <a:xfrm>
            <a:off x="6267450" y="4289425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09488" y="156642"/>
                </a:moveTo>
                <a:cubicBezTo>
                  <a:pt x="318567" y="154186"/>
                  <a:pt x="328092" y="158502"/>
                  <a:pt x="332184" y="166911"/>
                </a:cubicBezTo>
                <a:lnTo>
                  <a:pt x="346025" y="194890"/>
                </a:lnTo>
                <a:cubicBezTo>
                  <a:pt x="353690" y="195932"/>
                  <a:pt x="361206" y="198016"/>
                  <a:pt x="368275" y="200918"/>
                </a:cubicBezTo>
                <a:lnTo>
                  <a:pt x="394320" y="183579"/>
                </a:lnTo>
                <a:cubicBezTo>
                  <a:pt x="402134" y="178371"/>
                  <a:pt x="412477" y="179412"/>
                  <a:pt x="419100" y="186035"/>
                </a:cubicBezTo>
                <a:lnTo>
                  <a:pt x="433388" y="200323"/>
                </a:lnTo>
                <a:cubicBezTo>
                  <a:pt x="440010" y="206946"/>
                  <a:pt x="441052" y="217363"/>
                  <a:pt x="435843" y="225103"/>
                </a:cubicBezTo>
                <a:lnTo>
                  <a:pt x="418505" y="251073"/>
                </a:lnTo>
                <a:cubicBezTo>
                  <a:pt x="419919" y="254571"/>
                  <a:pt x="421184" y="258217"/>
                  <a:pt x="422225" y="262012"/>
                </a:cubicBezTo>
                <a:cubicBezTo>
                  <a:pt x="423267" y="265807"/>
                  <a:pt x="423937" y="269528"/>
                  <a:pt x="424458" y="273323"/>
                </a:cubicBezTo>
                <a:lnTo>
                  <a:pt x="452512" y="287164"/>
                </a:lnTo>
                <a:cubicBezTo>
                  <a:pt x="460921" y="291331"/>
                  <a:pt x="465237" y="300856"/>
                  <a:pt x="462781" y="309860"/>
                </a:cubicBezTo>
                <a:lnTo>
                  <a:pt x="457572" y="329357"/>
                </a:lnTo>
                <a:cubicBezTo>
                  <a:pt x="455116" y="338361"/>
                  <a:pt x="446708" y="344463"/>
                  <a:pt x="437331" y="343867"/>
                </a:cubicBezTo>
                <a:lnTo>
                  <a:pt x="406078" y="341858"/>
                </a:lnTo>
                <a:cubicBezTo>
                  <a:pt x="401389" y="347886"/>
                  <a:pt x="395957" y="353467"/>
                  <a:pt x="389781" y="358229"/>
                </a:cubicBezTo>
                <a:lnTo>
                  <a:pt x="391790" y="389409"/>
                </a:lnTo>
                <a:cubicBezTo>
                  <a:pt x="392385" y="398785"/>
                  <a:pt x="386283" y="407268"/>
                  <a:pt x="377279" y="409649"/>
                </a:cubicBezTo>
                <a:lnTo>
                  <a:pt x="357783" y="414858"/>
                </a:lnTo>
                <a:cubicBezTo>
                  <a:pt x="348704" y="417314"/>
                  <a:pt x="339254" y="412998"/>
                  <a:pt x="335087" y="404589"/>
                </a:cubicBezTo>
                <a:lnTo>
                  <a:pt x="321246" y="376610"/>
                </a:lnTo>
                <a:cubicBezTo>
                  <a:pt x="313581" y="375568"/>
                  <a:pt x="306065" y="373484"/>
                  <a:pt x="298996" y="370582"/>
                </a:cubicBezTo>
                <a:lnTo>
                  <a:pt x="272951" y="387921"/>
                </a:lnTo>
                <a:cubicBezTo>
                  <a:pt x="265137" y="393129"/>
                  <a:pt x="254794" y="392088"/>
                  <a:pt x="248171" y="385465"/>
                </a:cubicBezTo>
                <a:lnTo>
                  <a:pt x="233883" y="371177"/>
                </a:lnTo>
                <a:cubicBezTo>
                  <a:pt x="227261" y="364554"/>
                  <a:pt x="226219" y="354211"/>
                  <a:pt x="231428" y="346397"/>
                </a:cubicBezTo>
                <a:lnTo>
                  <a:pt x="248766" y="320353"/>
                </a:lnTo>
                <a:cubicBezTo>
                  <a:pt x="247352" y="316855"/>
                  <a:pt x="246087" y="313209"/>
                  <a:pt x="245046" y="309414"/>
                </a:cubicBezTo>
                <a:cubicBezTo>
                  <a:pt x="244004" y="305619"/>
                  <a:pt x="243334" y="301823"/>
                  <a:pt x="242813" y="298103"/>
                </a:cubicBezTo>
                <a:lnTo>
                  <a:pt x="214759" y="284262"/>
                </a:lnTo>
                <a:cubicBezTo>
                  <a:pt x="206350" y="280095"/>
                  <a:pt x="202109" y="270570"/>
                  <a:pt x="204490" y="261565"/>
                </a:cubicBezTo>
                <a:lnTo>
                  <a:pt x="209699" y="242069"/>
                </a:lnTo>
                <a:cubicBezTo>
                  <a:pt x="212154" y="233065"/>
                  <a:pt x="220563" y="226963"/>
                  <a:pt x="229939" y="227558"/>
                </a:cubicBezTo>
                <a:lnTo>
                  <a:pt x="261119" y="229567"/>
                </a:lnTo>
                <a:cubicBezTo>
                  <a:pt x="265807" y="223540"/>
                  <a:pt x="271239" y="217959"/>
                  <a:pt x="277416" y="213196"/>
                </a:cubicBezTo>
                <a:lnTo>
                  <a:pt x="275406" y="182091"/>
                </a:lnTo>
                <a:cubicBezTo>
                  <a:pt x="274811" y="172715"/>
                  <a:pt x="280913" y="164232"/>
                  <a:pt x="289917" y="161851"/>
                </a:cubicBezTo>
                <a:lnTo>
                  <a:pt x="309414" y="156642"/>
                </a:lnTo>
                <a:close/>
                <a:moveTo>
                  <a:pt x="333673" y="253008"/>
                </a:moveTo>
                <a:cubicBezTo>
                  <a:pt x="315602" y="253028"/>
                  <a:pt x="300947" y="267716"/>
                  <a:pt x="300968" y="285787"/>
                </a:cubicBezTo>
                <a:cubicBezTo>
                  <a:pt x="300988" y="303858"/>
                  <a:pt x="315676" y="318513"/>
                  <a:pt x="333747" y="318492"/>
                </a:cubicBezTo>
                <a:cubicBezTo>
                  <a:pt x="351818" y="318472"/>
                  <a:pt x="366473" y="303784"/>
                  <a:pt x="366452" y="285713"/>
                </a:cubicBezTo>
                <a:cubicBezTo>
                  <a:pt x="366432" y="267642"/>
                  <a:pt x="351744" y="252987"/>
                  <a:pt x="333673" y="253008"/>
                </a:cubicBezTo>
                <a:close/>
                <a:moveTo>
                  <a:pt x="167357" y="-33858"/>
                </a:moveTo>
                <a:lnTo>
                  <a:pt x="186854" y="-28649"/>
                </a:lnTo>
                <a:cubicBezTo>
                  <a:pt x="195858" y="-26194"/>
                  <a:pt x="201960" y="-17711"/>
                  <a:pt x="201364" y="-8409"/>
                </a:cubicBezTo>
                <a:lnTo>
                  <a:pt x="199355" y="22696"/>
                </a:lnTo>
                <a:cubicBezTo>
                  <a:pt x="205532" y="27459"/>
                  <a:pt x="210964" y="32965"/>
                  <a:pt x="215652" y="39067"/>
                </a:cubicBezTo>
                <a:lnTo>
                  <a:pt x="246906" y="37058"/>
                </a:lnTo>
                <a:cubicBezTo>
                  <a:pt x="256208" y="36463"/>
                  <a:pt x="264691" y="42565"/>
                  <a:pt x="267146" y="51569"/>
                </a:cubicBezTo>
                <a:lnTo>
                  <a:pt x="272355" y="71065"/>
                </a:lnTo>
                <a:cubicBezTo>
                  <a:pt x="274737" y="80070"/>
                  <a:pt x="270495" y="89595"/>
                  <a:pt x="262086" y="93762"/>
                </a:cubicBezTo>
                <a:lnTo>
                  <a:pt x="234032" y="107603"/>
                </a:lnTo>
                <a:cubicBezTo>
                  <a:pt x="233511" y="111398"/>
                  <a:pt x="232767" y="115193"/>
                  <a:pt x="231800" y="118914"/>
                </a:cubicBezTo>
                <a:cubicBezTo>
                  <a:pt x="230832" y="122634"/>
                  <a:pt x="229493" y="126355"/>
                  <a:pt x="228079" y="129853"/>
                </a:cubicBezTo>
                <a:lnTo>
                  <a:pt x="245418" y="155897"/>
                </a:lnTo>
                <a:cubicBezTo>
                  <a:pt x="250627" y="163711"/>
                  <a:pt x="249585" y="174054"/>
                  <a:pt x="242962" y="180677"/>
                </a:cubicBezTo>
                <a:lnTo>
                  <a:pt x="228674" y="194965"/>
                </a:lnTo>
                <a:cubicBezTo>
                  <a:pt x="222052" y="201588"/>
                  <a:pt x="211708" y="202629"/>
                  <a:pt x="203895" y="197421"/>
                </a:cubicBezTo>
                <a:lnTo>
                  <a:pt x="177850" y="180082"/>
                </a:lnTo>
                <a:cubicBezTo>
                  <a:pt x="170780" y="182984"/>
                  <a:pt x="163264" y="185068"/>
                  <a:pt x="155600" y="186110"/>
                </a:cubicBezTo>
                <a:lnTo>
                  <a:pt x="141759" y="214089"/>
                </a:lnTo>
                <a:cubicBezTo>
                  <a:pt x="137592" y="222498"/>
                  <a:pt x="128067" y="226740"/>
                  <a:pt x="119063" y="224358"/>
                </a:cubicBezTo>
                <a:lnTo>
                  <a:pt x="99566" y="219149"/>
                </a:lnTo>
                <a:cubicBezTo>
                  <a:pt x="90488" y="216694"/>
                  <a:pt x="84460" y="208211"/>
                  <a:pt x="85055" y="198909"/>
                </a:cubicBezTo>
                <a:lnTo>
                  <a:pt x="87064" y="167729"/>
                </a:lnTo>
                <a:cubicBezTo>
                  <a:pt x="80888" y="162967"/>
                  <a:pt x="75456" y="157460"/>
                  <a:pt x="70768" y="151358"/>
                </a:cubicBezTo>
                <a:lnTo>
                  <a:pt x="39514" y="153367"/>
                </a:lnTo>
                <a:cubicBezTo>
                  <a:pt x="30212" y="153963"/>
                  <a:pt x="21729" y="147861"/>
                  <a:pt x="19273" y="138857"/>
                </a:cubicBezTo>
                <a:lnTo>
                  <a:pt x="14064" y="119360"/>
                </a:lnTo>
                <a:cubicBezTo>
                  <a:pt x="11683" y="110356"/>
                  <a:pt x="15925" y="100831"/>
                  <a:pt x="24333" y="96664"/>
                </a:cubicBezTo>
                <a:lnTo>
                  <a:pt x="52388" y="82823"/>
                </a:lnTo>
                <a:cubicBezTo>
                  <a:pt x="52908" y="79028"/>
                  <a:pt x="53653" y="75307"/>
                  <a:pt x="54620" y="71512"/>
                </a:cubicBezTo>
                <a:cubicBezTo>
                  <a:pt x="55662" y="67717"/>
                  <a:pt x="56852" y="64071"/>
                  <a:pt x="58341" y="60573"/>
                </a:cubicBezTo>
                <a:lnTo>
                  <a:pt x="41002" y="34603"/>
                </a:lnTo>
                <a:cubicBezTo>
                  <a:pt x="35793" y="26789"/>
                  <a:pt x="36835" y="16446"/>
                  <a:pt x="43458" y="9823"/>
                </a:cubicBezTo>
                <a:lnTo>
                  <a:pt x="57745" y="-4465"/>
                </a:lnTo>
                <a:cubicBezTo>
                  <a:pt x="64368" y="-11088"/>
                  <a:pt x="74712" y="-12129"/>
                  <a:pt x="82525" y="-6921"/>
                </a:cubicBezTo>
                <a:lnTo>
                  <a:pt x="108570" y="10418"/>
                </a:lnTo>
                <a:cubicBezTo>
                  <a:pt x="115639" y="7516"/>
                  <a:pt x="123155" y="5432"/>
                  <a:pt x="130820" y="4390"/>
                </a:cubicBezTo>
                <a:lnTo>
                  <a:pt x="144661" y="-23589"/>
                </a:lnTo>
                <a:cubicBezTo>
                  <a:pt x="148828" y="-31998"/>
                  <a:pt x="158279" y="-36240"/>
                  <a:pt x="167357" y="-33858"/>
                </a:cubicBezTo>
                <a:close/>
                <a:moveTo>
                  <a:pt x="143173" y="62508"/>
                </a:moveTo>
                <a:cubicBezTo>
                  <a:pt x="125102" y="62508"/>
                  <a:pt x="110430" y="77179"/>
                  <a:pt x="110430" y="95250"/>
                </a:cubicBezTo>
                <a:cubicBezTo>
                  <a:pt x="110430" y="113321"/>
                  <a:pt x="125102" y="127992"/>
                  <a:pt x="143173" y="127992"/>
                </a:cubicBezTo>
                <a:cubicBezTo>
                  <a:pt x="161244" y="127992"/>
                  <a:pt x="175915" y="113321"/>
                  <a:pt x="175915" y="95250"/>
                </a:cubicBezTo>
                <a:cubicBezTo>
                  <a:pt x="175915" y="77179"/>
                  <a:pt x="161244" y="62508"/>
                  <a:pt x="143173" y="6250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684183" y="5140325"/>
            <a:ext cx="363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dARAP Layer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96883" y="5495925"/>
            <a:ext cx="360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Differentiable, efficient deformation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922934" y="3971925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43609" y="42894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0" y="190500"/>
                </a:moveTo>
                <a:cubicBezTo>
                  <a:pt x="381000" y="191170"/>
                  <a:pt x="381000" y="191839"/>
                  <a:pt x="381000" y="192509"/>
                </a:cubicBezTo>
                <a:cubicBezTo>
                  <a:pt x="380702" y="219670"/>
                  <a:pt x="355997" y="238125"/>
                  <a:pt x="328836" y="238125"/>
                </a:cubicBezTo>
                <a:lnTo>
                  <a:pt x="255984" y="238125"/>
                </a:lnTo>
                <a:cubicBezTo>
                  <a:pt x="236265" y="238125"/>
                  <a:pt x="220266" y="254124"/>
                  <a:pt x="220266" y="273844"/>
                </a:cubicBezTo>
                <a:cubicBezTo>
                  <a:pt x="220266" y="276374"/>
                  <a:pt x="220563" y="278829"/>
                  <a:pt x="221010" y="281211"/>
                </a:cubicBezTo>
                <a:cubicBezTo>
                  <a:pt x="222572" y="288801"/>
                  <a:pt x="225847" y="296094"/>
                  <a:pt x="229046" y="303461"/>
                </a:cubicBezTo>
                <a:cubicBezTo>
                  <a:pt x="233586" y="313730"/>
                  <a:pt x="238051" y="323924"/>
                  <a:pt x="238051" y="334714"/>
                </a:cubicBezTo>
                <a:cubicBezTo>
                  <a:pt x="238051" y="358378"/>
                  <a:pt x="221977" y="379884"/>
                  <a:pt x="198313" y="380851"/>
                </a:cubicBezTo>
                <a:cubicBezTo>
                  <a:pt x="195709" y="380926"/>
                  <a:pt x="193104" y="381000"/>
                  <a:pt x="190426" y="381000"/>
                </a:cubicBezTo>
                <a:cubicBezTo>
                  <a:pt x="85204" y="381000"/>
                  <a:pt x="-74" y="295721"/>
                  <a:pt x="-74" y="190500"/>
                </a:cubicBezTo>
                <a:cubicBezTo>
                  <a:pt x="-74" y="85279"/>
                  <a:pt x="85279" y="0"/>
                  <a:pt x="190500" y="0"/>
                </a:cubicBezTo>
                <a:cubicBezTo>
                  <a:pt x="295721" y="0"/>
                  <a:pt x="381000" y="85279"/>
                  <a:pt x="381000" y="190500"/>
                </a:cubicBezTo>
                <a:close/>
                <a:moveTo>
                  <a:pt x="95250" y="214313"/>
                </a:moveTo>
                <a:cubicBezTo>
                  <a:pt x="95250" y="201170"/>
                  <a:pt x="84580" y="190500"/>
                  <a:pt x="71438" y="190500"/>
                </a:cubicBezTo>
                <a:cubicBezTo>
                  <a:pt x="58295" y="190500"/>
                  <a:pt x="47625" y="201170"/>
                  <a:pt x="47625" y="214313"/>
                </a:cubicBezTo>
                <a:cubicBezTo>
                  <a:pt x="47625" y="227455"/>
                  <a:pt x="58295" y="238125"/>
                  <a:pt x="71438" y="238125"/>
                </a:cubicBezTo>
                <a:cubicBezTo>
                  <a:pt x="84580" y="238125"/>
                  <a:pt x="95250" y="227455"/>
                  <a:pt x="95250" y="214313"/>
                </a:cubicBezTo>
                <a:close/>
                <a:moveTo>
                  <a:pt x="95250" y="142875"/>
                </a:moveTo>
                <a:cubicBezTo>
                  <a:pt x="108392" y="142875"/>
                  <a:pt x="119063" y="132205"/>
                  <a:pt x="119063" y="119063"/>
                </a:cubicBezTo>
                <a:cubicBezTo>
                  <a:pt x="119063" y="105920"/>
                  <a:pt x="108392" y="95250"/>
                  <a:pt x="95250" y="95250"/>
                </a:cubicBezTo>
                <a:cubicBezTo>
                  <a:pt x="82108" y="95250"/>
                  <a:pt x="71438" y="105920"/>
                  <a:pt x="71438" y="119063"/>
                </a:cubicBezTo>
                <a:cubicBezTo>
                  <a:pt x="71438" y="132205"/>
                  <a:pt x="82108" y="142875"/>
                  <a:pt x="95250" y="142875"/>
                </a:cubicBezTo>
                <a:close/>
                <a:moveTo>
                  <a:pt x="214313" y="71438"/>
                </a:moveTo>
                <a:cubicBezTo>
                  <a:pt x="214313" y="58295"/>
                  <a:pt x="203642" y="47625"/>
                  <a:pt x="190500" y="47625"/>
                </a:cubicBezTo>
                <a:cubicBezTo>
                  <a:pt x="177358" y="47625"/>
                  <a:pt x="166688" y="58295"/>
                  <a:pt x="166688" y="71438"/>
                </a:cubicBezTo>
                <a:cubicBezTo>
                  <a:pt x="166688" y="84580"/>
                  <a:pt x="177358" y="95250"/>
                  <a:pt x="190500" y="95250"/>
                </a:cubicBezTo>
                <a:cubicBezTo>
                  <a:pt x="203642" y="95250"/>
                  <a:pt x="214313" y="84580"/>
                  <a:pt x="214313" y="71438"/>
                </a:cubicBezTo>
                <a:close/>
                <a:moveTo>
                  <a:pt x="285750" y="142875"/>
                </a:moveTo>
                <a:cubicBezTo>
                  <a:pt x="298892" y="142875"/>
                  <a:pt x="309563" y="132205"/>
                  <a:pt x="309563" y="119063"/>
                </a:cubicBezTo>
                <a:cubicBezTo>
                  <a:pt x="309563" y="105920"/>
                  <a:pt x="298892" y="95250"/>
                  <a:pt x="285750" y="95250"/>
                </a:cubicBezTo>
                <a:cubicBezTo>
                  <a:pt x="272608" y="95250"/>
                  <a:pt x="261938" y="105920"/>
                  <a:pt x="261938" y="119063"/>
                </a:cubicBezTo>
                <a:cubicBezTo>
                  <a:pt x="261938" y="132205"/>
                  <a:pt x="272608" y="142875"/>
                  <a:pt x="285750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612717" y="5140325"/>
            <a:ext cx="363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Creative Control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25417" y="5495925"/>
            <a:ext cx="360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High-quality, controllable results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3850" y="6257925"/>
            <a:ext cx="123571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work opens new possibilities for creative 3D content generation and establishes a foundation for future research.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386</Words>
  <Application>Microsoft Office PowerPoint</Application>
  <PresentationFormat>自定义</PresentationFormat>
  <Paragraphs>78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Hedvig Letters Sans</vt:lpstr>
      <vt:lpstr>Inter</vt:lpstr>
      <vt:lpstr>Liter</vt:lpstr>
      <vt:lpstr>Noto Sans SC</vt:lpstr>
      <vt:lpstr>Arial</vt:lpstr>
      <vt:lpstr>Quattrocento Sans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geometry_in_style_presentation</dc:title>
  <dc:subject>geometry_in_style_presentation</dc:subject>
  <dc:creator>Kimi</dc:creator>
  <cp:lastModifiedBy>ooo ooo</cp:lastModifiedBy>
  <cp:revision>44</cp:revision>
  <dcterms:created xsi:type="dcterms:W3CDTF">2025-11-17T15:13:34Z</dcterms:created>
  <dcterms:modified xsi:type="dcterms:W3CDTF">2025-11-18T04:53:12Z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{"Label":"geometry_in_style_presentation","ContentProducer":"001191110108MACG2KBH8F10000","ProduceID":"d4djg55kfv3hpb9nqp00","ReservedCode1":"","ContentPropagator":"001191110108MACG2KBH8F20000","PropagateID":"d4djg55kfv3hpb9nqp00","ReservedCode2":""}</vt:lpwstr>
  </property>
</Properties>
</file>